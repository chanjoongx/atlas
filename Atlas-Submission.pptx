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07127" y="1463040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55767" y="1463040"/>
            <a:ext cx="182880" cy="1828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04407" y="146304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53047" y="1463040"/>
            <a:ext cx="182880" cy="1828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01687" y="1463040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7729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FFFFFF"/>
                </a:solidFill>
                <a:latin typeface="Calibri"/>
              </a:rPr>
              <a:t>Atlas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0A5FA"/>
                </a:solidFill>
                <a:latin typeface="Calibri"/>
              </a:rPr>
              <a:t>One repo. One image. Grok any codebase in 30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Built with IBM Bob   •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Reading a new codebase takes hours.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9728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3090672"/>
            <a:ext cx="164592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9260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File tree scrolling, endless tabs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867912"/>
            <a:ext cx="164592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Where do I even start?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645152"/>
            <a:ext cx="164592" cy="1645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4805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Search → jump → search → jump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422392"/>
            <a:ext cx="164592" cy="16459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5257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Onboarding takes weeks, not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Codebases as city maps.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972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2327" y="3017520"/>
            <a:ext cx="3291840" cy="2743200"/>
          </a:xfrm>
          <a:prstGeom prst="roundRect">
            <a:avLst/>
          </a:prstGeom>
          <a:noFill/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6647" y="3337560"/>
            <a:ext cx="2743200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36576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Districts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448056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Top-level directories
become neighborhoods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3017520"/>
            <a:ext cx="3291840" cy="2743200"/>
          </a:xfrm>
          <a:prstGeom prst="roundRect">
            <a:avLst/>
          </a:prstGeom>
          <a:noFill/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3337560"/>
            <a:ext cx="27432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9927" y="36576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34D399"/>
                </a:solidFill>
                <a:latin typeface="Calibri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448056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Files, sized by
lines of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527" y="3017520"/>
            <a:ext cx="3291840" cy="2743200"/>
          </a:xfrm>
          <a:prstGeom prst="roundRect">
            <a:avLst/>
          </a:pr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1847" y="3337560"/>
            <a:ext cx="2743200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527" y="36576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472B6"/>
                </a:solidFill>
                <a:latin typeface="Calibri"/>
              </a:rPr>
              <a:t>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847" y="448056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Entry points, core,
hotspots glow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Built with IBM Bob.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94A3B8"/>
                </a:solidFill>
                <a:latin typeface="Calibri"/>
              </a:rPr>
              <a:t>Four agents. One weekend.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2743200"/>
            <a:ext cx="2286000" cy="2194560"/>
          </a:xfrm>
          <a:prstGeom prst="roundRect">
            <a:avLst/>
          </a:prstGeom>
          <a:noFill/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887" y="30632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60A5FA"/>
                </a:solidFill>
                <a:latin typeface="Calibri"/>
              </a:rPr>
              <a:t>Repo
Ingester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416052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GitHub API
file tree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32607" y="370332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5527" y="2743200"/>
            <a:ext cx="2286000" cy="219456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7" y="30632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Structure
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2687" y="416052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Code analysis
dependencies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67247" y="370332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2743200"/>
            <a:ext cx="2286000" cy="2194560"/>
          </a:xfrm>
          <a:prstGeom prst="roundRect">
            <a:avLst/>
          </a:prstGeom>
          <a:noFill/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30632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A78BFA"/>
                </a:solidFill>
                <a:latin typeface="Calibri"/>
              </a:rPr>
              <a:t>Layout
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416052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D3 force-
directed layout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01887" y="370332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04807" y="2743200"/>
            <a:ext cx="2286000" cy="2194560"/>
          </a:xfrm>
          <a:prstGeom prst="roundRect">
            <a:avLst/>
          </a:prstGeom>
          <a:noFill/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4807" y="30632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72B6"/>
                </a:solidFill>
                <a:latin typeface="Calibri"/>
              </a:rPr>
              <a:t>Annotator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1967" y="416052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Centrality
+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  <a:latin typeface="Calibri"/>
              </a:rPr>
              <a:t>11 Bob sessions    •    78 / 78 tests    •    48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04307" y="1188720"/>
            <a:ext cx="137160" cy="1371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15787" y="118872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27267" y="118872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38747" y="1188720"/>
            <a:ext cx="137160" cy="1371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0227" y="118872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7729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  <a:latin typeface="Calibri"/>
              </a:rPr>
              <a:t>Try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60A5FA"/>
                </a:solidFill>
                <a:latin typeface="Calibri"/>
              </a:rPr>
              <a:t>atlas-1q0.pages.dev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94A3B8"/>
                </a:solidFill>
                <a:latin typeface="Calibri"/>
              </a:rPr>
              <a:t>github.com/chanjoongx/atlas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Built with IBM Bob   •   Chanjoong Kim   • 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